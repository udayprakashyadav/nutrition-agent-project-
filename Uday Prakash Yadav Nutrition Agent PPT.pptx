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81" r:id="rId7"/>
    <p:sldId id="279" r:id="rId8"/>
    <p:sldId id="291" r:id="rId9"/>
    <p:sldId id="262" r:id="rId10"/>
    <p:sldId id="264" r:id="rId11"/>
    <p:sldId id="277" r:id="rId12"/>
    <p:sldId id="290" r:id="rId13"/>
    <p:sldId id="292" r:id="rId14"/>
    <p:sldId id="293" r:id="rId15"/>
    <p:sldId id="286" r:id="rId16"/>
    <p:sldId id="287" r:id="rId17"/>
    <p:sldId id="280" r:id="rId18"/>
    <p:sldId id="288" r:id="rId19"/>
    <p:sldId id="289"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day Yadav" initials="UY" lastIdx="1" clrIdx="0">
    <p:extLst>
      <p:ext uri="{19B8F6BF-5375-455C-9EA6-DF929625EA0E}">
        <p15:presenceInfo xmlns:p15="http://schemas.microsoft.com/office/powerpoint/2012/main" userId="0969baa02ebc919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9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32"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8" Type="http://schemas.openxmlformats.org/officeDocument/2006/relationships/commentAuthors" Target="commentAuthor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notesMaster" Target="notesMasters/notesMaster1.xml" /><Relationship Id="rId27" Type="http://customschemas.google.com/relationships/presentationmetadata" Target="metadata" /><Relationship Id="rId30"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theme" Target="../theme/theme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hyperlink" Target="mailto:udayyadav200404@gmail.com" TargetMode="External" /><Relationship Id="rId2" Type="http://schemas.openxmlformats.org/officeDocument/2006/relationships/notesSlide" Target="../notesSlides/notesSlide1.xml" /><Relationship Id="rId1" Type="http://schemas.openxmlformats.org/officeDocument/2006/relationships/slideLayout" Target="../slideLayouts/slideLayout1.xml" /><Relationship Id="rId5" Type="http://schemas.openxmlformats.org/officeDocument/2006/relationships/image" Target="../media/image1.jpeg" /><Relationship Id="rId4" Type="http://schemas.openxmlformats.org/officeDocument/2006/relationships/hyperlink" Target="mailto:uday2304310130024@gmail.com" TargetMode="Externa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9.xml" /><Relationship Id="rId1" Type="http://schemas.openxmlformats.org/officeDocument/2006/relationships/slideLayout" Target="../slideLayouts/slideLayout1.xml" /><Relationship Id="rId4" Type="http://schemas.openxmlformats.org/officeDocument/2006/relationships/image" Target="../media/image8.png" /></Relationships>
</file>

<file path=ppt/slides/_rels/slide12.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2" Type="http://schemas.openxmlformats.org/officeDocument/2006/relationships/image" Target="../media/image12.tmp"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13.tmp"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080115" y="854129"/>
            <a:ext cx="7176115" cy="54033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IN" sz="1800" i="0" u="none" strike="noStrike" cap="none" dirty="0">
                <a:solidFill>
                  <a:schemeClr val="tx1"/>
                </a:solidFill>
                <a:latin typeface="+mn-lt"/>
                <a:ea typeface="Times New Roman"/>
                <a:cs typeface="Times New Roman"/>
                <a:sym typeface="Times New Roman"/>
              </a:rPr>
              <a:t>Problem Statement No.8</a:t>
            </a:r>
            <a:endParaRPr sz="1800" i="0" u="none" strike="noStrike" cap="none" dirty="0">
              <a:solidFill>
                <a:schemeClr val="tx1"/>
              </a:solidFill>
              <a:latin typeface="+mn-lt"/>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006538081"/>
              </p:ext>
            </p:extLst>
          </p:nvPr>
        </p:nvGraphicFramePr>
        <p:xfrm>
          <a:off x="911339" y="1988648"/>
          <a:ext cx="10398953" cy="4665437"/>
        </p:xfrm>
        <a:graphic>
          <a:graphicData uri="http://schemas.openxmlformats.org/drawingml/2006/table">
            <a:tbl>
              <a:tblPr>
                <a:noFill/>
                <a:tableStyleId>{0AAD8F4D-43EB-41E5-8A38-28AB6DFB1B60}</a:tableStyleId>
              </a:tblPr>
              <a:tblGrid>
                <a:gridCol w="2285522">
                  <a:extLst>
                    <a:ext uri="{9D8B030D-6E8A-4147-A177-3AD203B41FA5}">
                      <a16:colId xmlns:a16="http://schemas.microsoft.com/office/drawing/2014/main" val="20000"/>
                    </a:ext>
                  </a:extLst>
                </a:gridCol>
                <a:gridCol w="2704477">
                  <a:extLst>
                    <a:ext uri="{9D8B030D-6E8A-4147-A177-3AD203B41FA5}">
                      <a16:colId xmlns:a16="http://schemas.microsoft.com/office/drawing/2014/main" val="20002"/>
                    </a:ext>
                  </a:extLst>
                </a:gridCol>
                <a:gridCol w="2704477">
                  <a:extLst>
                    <a:ext uri="{9D8B030D-6E8A-4147-A177-3AD203B41FA5}">
                      <a16:colId xmlns:a16="http://schemas.microsoft.com/office/drawing/2014/main" val="20003"/>
                    </a:ext>
                  </a:extLst>
                </a:gridCol>
                <a:gridCol w="2704477">
                  <a:extLst>
                    <a:ext uri="{9D8B030D-6E8A-4147-A177-3AD203B41FA5}">
                      <a16:colId xmlns:a16="http://schemas.microsoft.com/office/drawing/2014/main" val="20004"/>
                    </a:ext>
                  </a:extLst>
                </a:gridCol>
              </a:tblGrid>
              <a:tr h="2095205">
                <a:tc>
                  <a:txBody>
                    <a:bodyPr/>
                    <a:lstStyle/>
                    <a:p>
                      <a:pPr marL="0" marR="0" lvl="0" indent="0" algn="ctr" rtl="0">
                        <a:spcBef>
                          <a:spcPts val="0"/>
                        </a:spcBef>
                        <a:spcAft>
                          <a:spcPts val="0"/>
                        </a:spcAft>
                        <a:buNone/>
                      </a:pPr>
                      <a:r>
                        <a:rPr lang="en-US" sz="1800" u="none" strike="noStrike" cap="none" dirty="0"/>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570232">
                <a:tc>
                  <a:txBody>
                    <a:bodyPr/>
                    <a:lstStyle/>
                    <a:p>
                      <a:pPr marL="0" marR="0" lvl="0" indent="0" algn="l" rtl="0">
                        <a:spcBef>
                          <a:spcPts val="0"/>
                        </a:spcBef>
                        <a:spcAft>
                          <a:spcPts val="0"/>
                        </a:spcAft>
                        <a:buNone/>
                      </a:pPr>
                      <a:r>
                        <a:rPr lang="en-IN" sz="2000" b="1" dirty="0"/>
                        <a:t>Uday Prakash Yadav</a:t>
                      </a:r>
                      <a:endParaRPr sz="20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800" b="1" dirty="0">
                          <a:solidFill>
                            <a:srgbClr val="0070C0"/>
                          </a:solidFill>
                          <a:hlinkClick r:id="rId3">
                            <a:extLst>
                              <a:ext uri="{A12FA001-AC4F-418D-AE19-62706E023703}">
                                <ahyp:hlinkClr xmlns:ahyp="http://schemas.microsoft.com/office/drawing/2018/hyperlinkcolor" val="tx"/>
                              </a:ext>
                            </a:extLst>
                          </a:hlinkClick>
                        </a:rPr>
                        <a:t>udayyadav200404@gmail.com</a:t>
                      </a:r>
                      <a:r>
                        <a:rPr lang="en-IN" sz="1800" b="1" dirty="0">
                          <a:solidFill>
                            <a:srgbClr val="0070C0"/>
                          </a:solidFill>
                        </a:rPr>
                        <a:t>  - AICTE Registered ID</a:t>
                      </a:r>
                    </a:p>
                    <a:p>
                      <a:pPr marL="0" marR="0" lvl="0" indent="0" algn="l" rtl="0">
                        <a:spcBef>
                          <a:spcPts val="0"/>
                        </a:spcBef>
                        <a:spcAft>
                          <a:spcPts val="0"/>
                        </a:spcAft>
                        <a:buNone/>
                      </a:pPr>
                      <a:endParaRPr lang="en-IN" sz="1800" b="1" dirty="0">
                        <a:solidFill>
                          <a:srgbClr val="0070C0"/>
                        </a:solidFill>
                      </a:endParaRPr>
                    </a:p>
                    <a:p>
                      <a:pPr marL="0" marR="0" lvl="0" indent="0" algn="l" rtl="0">
                        <a:spcBef>
                          <a:spcPts val="0"/>
                        </a:spcBef>
                        <a:spcAft>
                          <a:spcPts val="0"/>
                        </a:spcAft>
                        <a:buNone/>
                      </a:pPr>
                      <a:endParaRPr lang="en-IN" sz="1800" b="1" dirty="0">
                        <a:solidFill>
                          <a:srgbClr val="0070C0"/>
                        </a:solidFill>
                      </a:endParaRPr>
                    </a:p>
                    <a:p>
                      <a:pPr marL="0" marR="0" lvl="0" indent="0" algn="l" rtl="0">
                        <a:spcBef>
                          <a:spcPts val="0"/>
                        </a:spcBef>
                        <a:spcAft>
                          <a:spcPts val="0"/>
                        </a:spcAft>
                        <a:buNone/>
                      </a:pPr>
                      <a:r>
                        <a:rPr lang="en-IN" sz="1800" b="1" dirty="0">
                          <a:solidFill>
                            <a:srgbClr val="0070C0"/>
                          </a:solidFill>
                          <a:hlinkClick r:id="rId4">
                            <a:extLst>
                              <a:ext uri="{A12FA001-AC4F-418D-AE19-62706E023703}">
                                <ahyp:hlinkClr xmlns:ahyp="http://schemas.microsoft.com/office/drawing/2018/hyperlinkcolor" val="tx"/>
                              </a:ext>
                            </a:extLst>
                          </a:hlinkClick>
                        </a:rPr>
                        <a:t>uday2304310130024@gmail.com</a:t>
                      </a:r>
                      <a:r>
                        <a:rPr lang="en-IN" sz="1800" b="1" dirty="0">
                          <a:solidFill>
                            <a:srgbClr val="0070C0"/>
                          </a:solidFill>
                        </a:rPr>
                        <a:t>  - IBM CLOUD Registered ID</a:t>
                      </a:r>
                      <a:endParaRPr sz="1800" b="1" dirty="0">
                        <a:solidFill>
                          <a:srgbClr val="0070C0"/>
                        </a:solidFil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b="1" dirty="0"/>
                        <a:t>9555049290</a:t>
                      </a:r>
                      <a:endParaRPr sz="20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Healthcare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Nutrition Agent</a:t>
            </a:r>
            <a:endParaRPr lang="en-IN" sz="2400" b="1" dirty="0">
              <a:highlight>
                <a:srgbClr val="FFFF00"/>
              </a:highlight>
            </a:endParaRPr>
          </a:p>
        </p:txBody>
      </p:sp>
      <p:pic>
        <p:nvPicPr>
          <p:cNvPr id="11" name="Picture 10">
            <a:extLst>
              <a:ext uri="{FF2B5EF4-FFF2-40B4-BE49-F238E27FC236}">
                <a16:creationId xmlns:a16="http://schemas.microsoft.com/office/drawing/2014/main" id="{F6CAA348-D8E4-FD08-88FE-6ED4C452AF3F}"/>
              </a:ext>
            </a:extLst>
          </p:cNvPr>
          <p:cNvPicPr>
            <a:picLocks noChangeAspect="1"/>
          </p:cNvPicPr>
          <p:nvPr/>
        </p:nvPicPr>
        <p:blipFill>
          <a:blip r:embed="rId5"/>
          <a:stretch>
            <a:fillRect/>
          </a:stretch>
        </p:blipFill>
        <p:spPr>
          <a:xfrm>
            <a:off x="3252741" y="4024611"/>
            <a:ext cx="2493217" cy="26294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a:t>IBM Bob,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a:t>IBM Bob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Run_app.ps1</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098" name="Picture 2" descr="C:\Users\Shrey\OneDrive\Pictures\Screenshots\Screenshot 2026-07-22 113206.png"/>
          <p:cNvPicPr>
            <a:picLocks noChangeAspect="1" noChangeArrowheads="1"/>
          </p:cNvPicPr>
          <p:nvPr/>
        </p:nvPicPr>
        <p:blipFill>
          <a:blip r:embed="rId3"/>
          <a:srcRect/>
          <a:stretch>
            <a:fillRect/>
          </a:stretch>
        </p:blipFill>
        <p:spPr bwMode="auto">
          <a:xfrm>
            <a:off x="2934006" y="811955"/>
            <a:ext cx="8783172" cy="5722806"/>
          </a:xfrm>
          <a:prstGeom prst="rect">
            <a:avLst/>
          </a:prstGeom>
          <a:noFill/>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5122" name="Picture 2" descr="C:\Users\Shrey\OneDrive\Pictures\Screenshots\Screenshot 2026-07-22 113337.png"/>
          <p:cNvPicPr>
            <a:picLocks noChangeAspect="1" noChangeArrowheads="1"/>
          </p:cNvPicPr>
          <p:nvPr/>
        </p:nvPicPr>
        <p:blipFill>
          <a:blip r:embed="rId3"/>
          <a:srcRect/>
          <a:stretch>
            <a:fillRect/>
          </a:stretch>
        </p:blipFill>
        <p:spPr bwMode="auto">
          <a:xfrm>
            <a:off x="537591" y="966107"/>
            <a:ext cx="11284554" cy="5721000"/>
          </a:xfrm>
          <a:prstGeom prst="rect">
            <a:avLst/>
          </a:prstGeom>
          <a:noFill/>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Shrey\OneDrive\Pictures\Screenshots\Screenshot 2026-07-22 113935.png"/>
          <p:cNvPicPr>
            <a:picLocks noChangeAspect="1" noChangeArrowheads="1"/>
          </p:cNvPicPr>
          <p:nvPr/>
        </p:nvPicPr>
        <p:blipFill>
          <a:blip r:embed="rId2"/>
          <a:srcRect/>
          <a:stretch>
            <a:fillRect/>
          </a:stretch>
        </p:blipFill>
        <p:spPr bwMode="auto">
          <a:xfrm>
            <a:off x="625150" y="1"/>
            <a:ext cx="10894073" cy="6858000"/>
          </a:xfrm>
          <a:prstGeom prst="rect">
            <a:avLst/>
          </a:prstGeom>
          <a:noFill/>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7170" name="Picture 2"/>
          <p:cNvPicPr>
            <a:picLocks noChangeAspect="1" noChangeArrowheads="1"/>
          </p:cNvPicPr>
          <p:nvPr/>
        </p:nvPicPr>
        <p:blipFill>
          <a:blip r:embed="rId3"/>
          <a:srcRect/>
          <a:stretch>
            <a:fillRect/>
          </a:stretch>
        </p:blipFill>
        <p:spPr bwMode="auto">
          <a:xfrm>
            <a:off x="0" y="122198"/>
            <a:ext cx="12192000" cy="6735802"/>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8194" name="Picture 2"/>
          <p:cNvPicPr>
            <a:picLocks noChangeAspect="1" noChangeArrowheads="1"/>
          </p:cNvPicPr>
          <p:nvPr/>
        </p:nvPicPr>
        <p:blipFill>
          <a:blip r:embed="rId3"/>
          <a:srcRect/>
          <a:stretch>
            <a:fillRect/>
          </a:stretch>
        </p:blipFill>
        <p:spPr bwMode="auto">
          <a:xfrm>
            <a:off x="307911" y="2373927"/>
            <a:ext cx="5244756" cy="4024071"/>
          </a:xfrm>
          <a:prstGeom prst="rect">
            <a:avLst/>
          </a:prstGeom>
          <a:noFill/>
          <a:ln w="9525">
            <a:noFill/>
            <a:miter lim="800000"/>
            <a:headEnd/>
            <a:tailEnd/>
          </a:ln>
          <a:effectLst/>
        </p:spPr>
      </p:pic>
      <p:pic>
        <p:nvPicPr>
          <p:cNvPr id="8195" name="Picture 3" descr="C:\Users\Shrey\OneDrive\Pictures\Screenshots\Screenshot 2026-07-22 121438.png"/>
          <p:cNvPicPr>
            <a:picLocks noChangeAspect="1" noChangeArrowheads="1"/>
          </p:cNvPicPr>
          <p:nvPr/>
        </p:nvPicPr>
        <p:blipFill>
          <a:blip r:embed="rId4"/>
          <a:srcRect/>
          <a:stretch>
            <a:fillRect/>
          </a:stretch>
        </p:blipFill>
        <p:spPr bwMode="auto">
          <a:xfrm>
            <a:off x="5759856" y="2323322"/>
            <a:ext cx="6220650" cy="4315016"/>
          </a:xfrm>
          <a:prstGeom prst="rect">
            <a:avLst/>
          </a:prstGeom>
          <a:noFill/>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1026" name="Picture 2" descr="C:\Users\Shrey\OneDrive\Pictures\Screenshots\Screenshot 2026-07-22 112550.png"/>
          <p:cNvPicPr>
            <a:picLocks noChangeAspect="1" noChangeArrowheads="1"/>
          </p:cNvPicPr>
          <p:nvPr/>
        </p:nvPicPr>
        <p:blipFill>
          <a:blip r:embed="rId3"/>
          <a:srcRect/>
          <a:stretch>
            <a:fillRect/>
          </a:stretch>
        </p:blipFill>
        <p:spPr bwMode="auto">
          <a:xfrm>
            <a:off x="653142" y="745530"/>
            <a:ext cx="10618237" cy="5613922"/>
          </a:xfrm>
          <a:prstGeom prst="rect">
            <a:avLst/>
          </a:prstGeom>
          <a:noFill/>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2050" name="Picture 2" descr="C:\Users\Shrey\OneDrive\Pictures\Screenshots\Screenshot 2026-07-22 112643.png"/>
          <p:cNvPicPr>
            <a:picLocks noChangeAspect="1" noChangeArrowheads="1"/>
          </p:cNvPicPr>
          <p:nvPr/>
        </p:nvPicPr>
        <p:blipFill>
          <a:blip r:embed="rId3"/>
          <a:srcRect/>
          <a:stretch>
            <a:fillRect/>
          </a:stretch>
        </p:blipFill>
        <p:spPr bwMode="auto">
          <a:xfrm>
            <a:off x="989045" y="810437"/>
            <a:ext cx="10613766" cy="5371158"/>
          </a:xfrm>
          <a:prstGeom prst="rect">
            <a:avLst/>
          </a:prstGeom>
          <a:noFill/>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074" name="Picture 2" descr="C:\Users\Shrey\OneDrive\Pictures\Screenshots\Screenshot 2026-07-22 112901.png"/>
          <p:cNvPicPr>
            <a:picLocks noChangeAspect="1" noChangeArrowheads="1"/>
          </p:cNvPicPr>
          <p:nvPr/>
        </p:nvPicPr>
        <p:blipFill>
          <a:blip r:embed="rId3"/>
          <a:srcRect/>
          <a:stretch>
            <a:fillRect/>
          </a:stretch>
        </p:blipFill>
        <p:spPr bwMode="auto">
          <a:xfrm>
            <a:off x="615820" y="827048"/>
            <a:ext cx="10676488" cy="5665761"/>
          </a:xfrm>
          <a:prstGeom prst="rect">
            <a:avLst/>
          </a:prstGeom>
          <a:noFill/>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GitHub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GitHub URL –</a:t>
            </a:r>
            <a:r>
              <a:rPr lang="en-IN" sz="1850" dirty="0">
                <a:solidFill>
                  <a:srgbClr val="2B3541"/>
                </a:solidFill>
                <a:latin typeface="Times New Roman"/>
                <a:ea typeface="Times New Roman"/>
                <a:cs typeface="Times New Roman"/>
                <a:sym typeface="Times New Roman"/>
              </a:rPr>
              <a:t> </a:t>
            </a:r>
            <a:r>
              <a:rPr lang="en-IN" sz="1850" b="1" dirty="0">
                <a:solidFill>
                  <a:srgbClr val="00B0F0"/>
                </a:solidFill>
                <a:latin typeface="Times New Roman"/>
                <a:ea typeface="Times New Roman"/>
                <a:cs typeface="Times New Roman"/>
                <a:sym typeface="Times New Roman"/>
              </a:rPr>
              <a:t>https://github.com/UdayPrakashYadav/Nutrition-Agent-Project-.git</a:t>
            </a:r>
            <a:endParaRPr lang="en-US" sz="1850" b="1" dirty="0">
              <a:solidFill>
                <a:srgbClr val="00B0F0"/>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GitHub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90882" y="12953"/>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408115" y="503794"/>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Please  add your credly certificate </a:t>
            </a:r>
          </a:p>
        </p:txBody>
      </p:sp>
      <p:pic>
        <p:nvPicPr>
          <p:cNvPr id="3074" name="Picture 2"/>
          <p:cNvPicPr>
            <a:picLocks noChangeAspect="1" noChangeArrowheads="1"/>
          </p:cNvPicPr>
          <p:nvPr/>
        </p:nvPicPr>
        <p:blipFill>
          <a:blip r:embed="rId2"/>
          <a:srcRect/>
          <a:stretch/>
        </p:blipFill>
        <p:spPr bwMode="auto">
          <a:xfrm>
            <a:off x="2014388" y="1091681"/>
            <a:ext cx="8420802" cy="5753365"/>
          </a:xfrm>
          <a:prstGeom prst="rect">
            <a:avLst/>
          </a:prstGeom>
          <a:noFill/>
        </p:spPr>
      </p:pic>
    </p:spTree>
    <p:extLst>
      <p:ext uri="{BB962C8B-B14F-4D97-AF65-F5344CB8AC3E}">
        <p14:creationId xmlns:p14="http://schemas.microsoft.com/office/powerpoint/2010/main" val="1229047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2050" name="Picture 2"/>
          <p:cNvPicPr>
            <a:picLocks noChangeAspect="1" noChangeArrowheads="1"/>
          </p:cNvPicPr>
          <p:nvPr/>
        </p:nvPicPr>
        <p:blipFill>
          <a:blip r:embed="rId2"/>
          <a:srcRect/>
          <a:stretch/>
        </p:blipFill>
        <p:spPr bwMode="auto">
          <a:xfrm>
            <a:off x="1441449" y="1477578"/>
            <a:ext cx="8944205" cy="5027904"/>
          </a:xfrm>
          <a:prstGeom prst="rect">
            <a:avLst/>
          </a:prstGeom>
          <a:noFill/>
        </p:spPr>
      </p:pic>
    </p:spTree>
    <p:extLst>
      <p:ext uri="{BB962C8B-B14F-4D97-AF65-F5344CB8AC3E}">
        <p14:creationId xmlns:p14="http://schemas.microsoft.com/office/powerpoint/2010/main" val="2506610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181625" y="-330228"/>
            <a:ext cx="12192000" cy="2422151"/>
          </a:xfrm>
          <a:prstGeom prst="rect">
            <a:avLst/>
          </a:prstGeom>
          <a:noFill/>
          <a:ln>
            <a:noFill/>
          </a:ln>
        </p:spPr>
      </p:pic>
      <p:sp>
        <p:nvSpPr>
          <p:cNvPr id="3" name="Text Placeholder 3">
            <a:extLst>
              <a:ext uri="{FF2B5EF4-FFF2-40B4-BE49-F238E27FC236}">
                <a16:creationId xmlns:a16="http://schemas.microsoft.com/office/drawing/2014/main" id="{35197658-4A3D-319C-6984-BD015A9CF57D}"/>
              </a:ext>
            </a:extLst>
          </p:cNvPr>
          <p:cNvSpPr txBox="1">
            <a:spLocks/>
          </p:cNvSpPr>
          <p:nvPr/>
        </p:nvSpPr>
        <p:spPr>
          <a:xfrm>
            <a:off x="1238352" y="2091922"/>
            <a:ext cx="9953081" cy="471536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2400" dirty="0">
                <a:solidFill>
                  <a:srgbClr val="C00000"/>
                </a:solidFill>
              </a:rPr>
              <a:t>Nutrition Agent Project </a:t>
            </a:r>
          </a:p>
          <a:p>
            <a:r>
              <a:rPr lang="en-IN" sz="2400" dirty="0">
                <a:solidFill>
                  <a:srgbClr val="FF0000"/>
                </a:solidFill>
              </a:rPr>
              <a:t>Presented by:</a:t>
            </a:r>
            <a:br>
              <a:rPr lang="en-IN" sz="2400" dirty="0"/>
            </a:br>
            <a:r>
              <a:rPr lang="en-IN" sz="2400" dirty="0">
                <a:solidFill>
                  <a:srgbClr val="0070C0"/>
                </a:solidFill>
              </a:rPr>
              <a:t>Uday Prakash Yadav</a:t>
            </a:r>
            <a:br>
              <a:rPr lang="en-IN" sz="2400" dirty="0">
                <a:solidFill>
                  <a:srgbClr val="0070C0"/>
                </a:solidFill>
              </a:rPr>
            </a:br>
            <a:r>
              <a:rPr lang="en-IN" sz="2400" dirty="0">
                <a:solidFill>
                  <a:srgbClr val="0070C0"/>
                </a:solidFill>
              </a:rPr>
              <a:t>B.Tech – Information Technology 4</a:t>
            </a:r>
            <a:r>
              <a:rPr lang="en-IN" sz="2400" baseline="30000" dirty="0">
                <a:solidFill>
                  <a:srgbClr val="0070C0"/>
                </a:solidFill>
              </a:rPr>
              <a:t>th</a:t>
            </a:r>
            <a:r>
              <a:rPr lang="en-IN" sz="2400" dirty="0">
                <a:solidFill>
                  <a:srgbClr val="0070C0"/>
                </a:solidFill>
              </a:rPr>
              <a:t> Year </a:t>
            </a:r>
          </a:p>
          <a:p>
            <a:endParaRPr lang="en-IN" sz="2400" dirty="0"/>
          </a:p>
          <a:p>
            <a:endParaRPr lang="en-IN" sz="2400" dirty="0"/>
          </a:p>
          <a:p>
            <a:endParaRPr lang="en-IN" sz="2400" dirty="0"/>
          </a:p>
          <a:p>
            <a:r>
              <a:rPr lang="en-IN" sz="2400" dirty="0"/>
              <a:t>“</a:t>
            </a:r>
          </a:p>
          <a:p>
            <a:r>
              <a:rPr lang="en-IN" b="1" dirty="0">
                <a:solidFill>
                  <a:srgbClr val="C00000"/>
                </a:solidFill>
              </a:rPr>
              <a:t>Empowering healthier decisions through intelligent, personalized, and adaptive nutrition powered by Generative AI.</a:t>
            </a:r>
            <a:r>
              <a:rPr lang="en-IN" b="1" dirty="0"/>
              <a:t>”</a:t>
            </a:r>
            <a:endParaRPr lang="en-IN" dirty="0"/>
          </a:p>
          <a:p>
            <a:endParaRPr lang="en-IN" sz="2400" dirty="0"/>
          </a:p>
        </p:txBody>
      </p:sp>
      <p:sp>
        <p:nvSpPr>
          <p:cNvPr id="4" name="TextBox 3">
            <a:extLst>
              <a:ext uri="{FF2B5EF4-FFF2-40B4-BE49-F238E27FC236}">
                <a16:creationId xmlns:a16="http://schemas.microsoft.com/office/drawing/2014/main" id="{750156CE-9499-E56E-711C-C744D95863B7}"/>
              </a:ext>
            </a:extLst>
          </p:cNvPr>
          <p:cNvSpPr txBox="1"/>
          <p:nvPr/>
        </p:nvSpPr>
        <p:spPr>
          <a:xfrm>
            <a:off x="2371567" y="3757107"/>
            <a:ext cx="7448865" cy="461665"/>
          </a:xfrm>
          <a:prstGeom prst="rect">
            <a:avLst/>
          </a:prstGeom>
          <a:noFill/>
        </p:spPr>
        <p:txBody>
          <a:bodyPr wrap="square" rtlCol="0">
            <a:spAutoFit/>
          </a:bodyPr>
          <a:lstStyle/>
          <a:p>
            <a:r>
              <a:rPr lang="en-US" sz="2400" b="1" dirty="0">
                <a:solidFill>
                  <a:srgbClr val="0070C0"/>
                </a:solidFill>
              </a:rPr>
              <a:t>AICTE STU ID :</a:t>
            </a:r>
            <a:r>
              <a:rPr lang="en-IN" sz="2400" b="1" dirty="0">
                <a:solidFill>
                  <a:srgbClr val="0070C0"/>
                </a:solidFill>
              </a:rPr>
              <a:t>  STU69ededc490b071777200580</a:t>
            </a:r>
            <a:endParaRPr lang="en-US" sz="2400" b="1" dirty="0">
              <a:solidFill>
                <a:srgbClr val="0070C0"/>
              </a:solidFill>
            </a:endParaRPr>
          </a:p>
        </p:txBody>
      </p:sp>
      <p:sp>
        <p:nvSpPr>
          <p:cNvPr id="5" name="TextBox 4">
            <a:extLst>
              <a:ext uri="{FF2B5EF4-FFF2-40B4-BE49-F238E27FC236}">
                <a16:creationId xmlns:a16="http://schemas.microsoft.com/office/drawing/2014/main" id="{44F5B11F-BD5E-D9E6-F547-A5F144DFB9D4}"/>
              </a:ext>
            </a:extLst>
          </p:cNvPr>
          <p:cNvSpPr txBox="1"/>
          <p:nvPr/>
        </p:nvSpPr>
        <p:spPr>
          <a:xfrm>
            <a:off x="1509733" y="4218771"/>
            <a:ext cx="9443915" cy="461665"/>
          </a:xfrm>
          <a:prstGeom prst="rect">
            <a:avLst/>
          </a:prstGeom>
          <a:noFill/>
        </p:spPr>
        <p:txBody>
          <a:bodyPr wrap="square">
            <a:spAutoFit/>
          </a:bodyPr>
          <a:lstStyle/>
          <a:p>
            <a:r>
              <a:rPr lang="en-IN" sz="2400" b="1" dirty="0">
                <a:solidFill>
                  <a:srgbClr val="0070C0"/>
                </a:solidFill>
              </a:rPr>
              <a:t>College Name :</a:t>
            </a:r>
            <a:r>
              <a:rPr lang="en-US" sz="2400" b="1" dirty="0">
                <a:solidFill>
                  <a:srgbClr val="0070C0"/>
                </a:solidFill>
              </a:rPr>
              <a:t> </a:t>
            </a:r>
            <a:r>
              <a:rPr lang="en-IN" sz="2400" b="1" dirty="0">
                <a:solidFill>
                  <a:srgbClr val="0070C0"/>
                </a:solidFill>
              </a:rPr>
              <a:t>B.N. College of Engineering and Technology </a:t>
            </a:r>
            <a:endParaRPr lang="en-US" sz="2400" b="1" dirty="0">
              <a:solidFill>
                <a:srgbClr val="0070C0"/>
              </a:solidFill>
            </a:endParaRPr>
          </a:p>
        </p:txBody>
      </p:sp>
      <p:sp>
        <p:nvSpPr>
          <p:cNvPr id="6" name="TextBox 5">
            <a:extLst>
              <a:ext uri="{FF2B5EF4-FFF2-40B4-BE49-F238E27FC236}">
                <a16:creationId xmlns:a16="http://schemas.microsoft.com/office/drawing/2014/main" id="{1AF87544-79CF-8AF0-BAC1-FE5B43946169}"/>
              </a:ext>
            </a:extLst>
          </p:cNvPr>
          <p:cNvSpPr txBox="1"/>
          <p:nvPr/>
        </p:nvSpPr>
        <p:spPr>
          <a:xfrm>
            <a:off x="2011111" y="4791204"/>
            <a:ext cx="8942537" cy="830997"/>
          </a:xfrm>
          <a:prstGeom prst="rect">
            <a:avLst/>
          </a:prstGeom>
          <a:noFill/>
        </p:spPr>
        <p:txBody>
          <a:bodyPr wrap="square">
            <a:spAutoFit/>
          </a:bodyPr>
          <a:lstStyle/>
          <a:p>
            <a:r>
              <a:rPr lang="en-IN" sz="2400" b="1" dirty="0">
                <a:solidFill>
                  <a:srgbClr val="0070C0"/>
                </a:solidFill>
              </a:rPr>
              <a:t>Internship Name:</a:t>
            </a:r>
            <a:r>
              <a:rPr lang="en-US" sz="2400" b="1" dirty="0">
                <a:solidFill>
                  <a:srgbClr val="0070C0"/>
                </a:solidFill>
              </a:rPr>
              <a:t> IBM SKILLSBUILD FOR UNIVERSITY ENGAGEMENTS ON AI &amp; IBM CLOUD</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420</TotalTime>
  <Words>1024</Words>
  <Application>Microsoft Office PowerPoint</Application>
  <PresentationFormat>Widescreen</PresentationFormat>
  <Paragraphs>138</Paragraphs>
  <Slides>20</Slides>
  <Notes>16</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Uday Yadav</cp:lastModifiedBy>
  <cp:revision>27</cp:revision>
  <dcterms:created xsi:type="dcterms:W3CDTF">2025-07-08T05:06:56Z</dcterms:created>
  <dcterms:modified xsi:type="dcterms:W3CDTF">2026-09-09T11:41:26Z</dcterms:modified>
</cp:coreProperties>
</file>